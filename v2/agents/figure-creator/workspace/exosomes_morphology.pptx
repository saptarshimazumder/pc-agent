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osomes_morph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315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1272" y="1798320"/>
            <a:ext cx="2314956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Biological fluid environment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28750" y="1905000"/>
            <a:ext cx="619125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9303" y="4179570"/>
            <a:ext cx="1818894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Lipid bilayer membrane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28750" y="4286250"/>
            <a:ext cx="381000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1434" y="3893820"/>
            <a:ext cx="1322832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Surface proteins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5905500" y="4000500"/>
            <a:ext cx="5467350" cy="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752772" y="4655820"/>
            <a:ext cx="1240155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</a:rPr>
              <a:t>Exosome vesicle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6191250" y="4286250"/>
            <a:ext cx="5181600" cy="476250"/>
          </a:xfrm>
          <a:prstGeom prst="line">
            <a:avLst/>
          </a:prstGeom>
          <a:ln w="254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