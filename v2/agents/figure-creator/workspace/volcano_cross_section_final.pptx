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4112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olcano_cross_section_ar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411200" cy="7315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52394" y="6370320"/>
            <a:ext cx="496062" cy="21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1F2937"/>
                </a:solidFill>
              </a:rPr>
              <a:t>マグマだまり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00425" y="6477000"/>
            <a:ext cx="3267075" cy="0"/>
          </a:xfrm>
          <a:prstGeom prst="line">
            <a:avLst/>
          </a:prstGeom>
          <a:ln w="2540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143500" y="4179570"/>
            <a:ext cx="190500" cy="21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1F2937"/>
                </a:solidFill>
              </a:rPr>
              <a:t>火道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238750" y="4286250"/>
            <a:ext cx="1428750" cy="0"/>
          </a:xfrm>
          <a:prstGeom prst="line">
            <a:avLst/>
          </a:prstGeom>
          <a:ln w="2540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90700" y="5132070"/>
            <a:ext cx="190500" cy="21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1F2937"/>
                </a:solidFill>
              </a:rPr>
              <a:t>地殻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85950" y="5238750"/>
            <a:ext cx="1447800" cy="0"/>
          </a:xfrm>
          <a:prstGeom prst="line">
            <a:avLst/>
          </a:prstGeom>
          <a:ln w="2540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0" y="2465070"/>
            <a:ext cx="190500" cy="21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1F2937"/>
                </a:solidFill>
              </a:rPr>
              <a:t>火口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6667500" y="2571750"/>
            <a:ext cx="2114550" cy="0"/>
          </a:xfrm>
          <a:prstGeom prst="line">
            <a:avLst/>
          </a:prstGeom>
          <a:ln w="2540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16696" y="1131570"/>
            <a:ext cx="330708" cy="21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1F2937"/>
                </a:solidFill>
              </a:rPr>
              <a:t>火山灰雲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6858000" y="1238250"/>
            <a:ext cx="1924050" cy="0"/>
          </a:xfrm>
          <a:prstGeom prst="line">
            <a:avLst/>
          </a:prstGeom>
          <a:ln w="2540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791634" y="3989070"/>
            <a:ext cx="248031" cy="21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1F2937"/>
                </a:solidFill>
              </a:rPr>
              <a:t>溶岩流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8763000" y="4095750"/>
            <a:ext cx="2152650" cy="0"/>
          </a:xfrm>
          <a:prstGeom prst="line">
            <a:avLst/>
          </a:prstGeom>
          <a:ln w="2540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6800" y="3893820"/>
            <a:ext cx="190500" cy="21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1F2937"/>
                </a:solidFill>
              </a:rPr>
              <a:t>支脈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7143750" y="4000500"/>
            <a:ext cx="1638300" cy="0"/>
          </a:xfrm>
          <a:prstGeom prst="line">
            <a:avLst/>
          </a:prstGeom>
          <a:ln w="2540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